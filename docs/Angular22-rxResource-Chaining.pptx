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71" r:id="rId19"/>
    <p:sldId id="272" r:id="rId20"/>
    <p:sldId id="265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8.xml"/><Relationship Id="rId2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8FAFC"/>
                </a:solidFill>
                <a:latin typeface="Calibri"/>
              </a:rPr>
              <a:t>Chained rxResource in Angular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Sequential dependent APIs without callback hell
getUser → getBlogById → getCategoryByBlogId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Angular Practicals  |  Callback Hell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API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011680" y="2286000"/>
            <a:ext cx="914400" cy="914400"/>
          </a:xfrm>
          <a:prstGeom prst="ellipse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80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8FAF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getUser()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Load current 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669280" y="2286000"/>
            <a:ext cx="914400" cy="9144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8FAF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getBlogById(id)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Needs user.id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326880" y="2286000"/>
            <a:ext cx="914400" cy="9144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8FAFC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getCategoryByBlogId(postId)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1148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Needs blog.postId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resource vs rxResource — What to use?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5212080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resource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from @angular/core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66344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dirty="0">
                <a:solidFill>
                  <a:srgbClr val="E2E8F0"/>
                </a:solidFill>
                <a:latin typeface="Calibri"/>
              </a:rPr>
              <a:t>•  loader returns a Promise</a:t>
            </a:r>
          </a:p>
          <a:p>
            <a:pPr algn="l">
              <a:spcAft>
                <a:spcPts val="1000"/>
              </a:spcAft>
            </a:pPr>
            <a:r>
              <a:rPr sz="1700" b="0" dirty="0">
                <a:solidFill>
                  <a:srgbClr val="E2E8F0"/>
                </a:solidFill>
                <a:latin typeface="Calibri"/>
              </a:rPr>
              <a:t>•  Best for fetch(), async/await APIs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097280"/>
            <a:ext cx="5212080" cy="5029200"/>
          </a:xfrm>
          <a:prstGeom prst="roundRect">
            <a:avLst>
              <a:gd name="adj" fmla="val 8000"/>
            </a:avLst>
          </a:prstGeom>
          <a:solidFill>
            <a:srgbClr val="13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B8A6"/>
                </a:solidFill>
                <a:latin typeface="Calibri"/>
              </a:rPr>
              <a:t>rxResource  ✓ our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from @angular/core/rxjs-interop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E2E8F0"/>
                </a:solidFill>
                <a:latin typeface="Calibri"/>
              </a:rPr>
              <a:t>•  stream returns an Observable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2E8F0"/>
                </a:solidFill>
                <a:latin typeface="Calibri"/>
              </a:rPr>
              <a:t>•  Best when APIs already return Observables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2E8F0"/>
                </a:solidFill>
                <a:latin typeface="Calibri"/>
              </a:rPr>
              <a:t>•  Fits HttpClient &amp; existing DataService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E2E8F0"/>
                </a:solidFill>
                <a:latin typeface="Calibri"/>
              </a:rPr>
              <a:t>•  Same Resource signals: value, status, error…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Why rxResource in this project?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698480" cy="4846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E2E8F0"/>
                </a:solidFill>
                <a:latin typeface="Calibri"/>
              </a:rPr>
              <a:t>•  DataService methods already return Observable&lt;T&gt; (getUser, getBlogById, getCategoryByBlogId)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2E8F0"/>
                </a:solidFill>
                <a:latin typeface="Calibri"/>
              </a:rPr>
              <a:t>•  rxResource accepts those Observables directly via stream — no toPromise / firstValueFrom needed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2E8F0"/>
                </a:solidFill>
                <a:latin typeface="Calibri"/>
              </a:rPr>
              <a:t>•  resource would force wrapping Observables into Promises (extra glue, more error-prone)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2E8F0"/>
                </a:solidFill>
                <a:latin typeface="Calibri"/>
              </a:rPr>
              <a:t>•  httpResource is ideal for raw HttpClient URLs — here we call a service layer, so rxResource fits better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E2E8F0"/>
                </a:solidFill>
                <a:latin typeface="Calibri"/>
              </a:rPr>
              <a:t>•  Result: clean bridge from RxJS services → signal-based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Features of rxResource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4591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Loader that returns Observable — emits value(s) into the resource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097280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294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params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64591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Reactive inputs; when params change, stream re-runs automatically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39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560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value()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2607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Signal with the latest resolved data (synchronous read in templates)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377439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2560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status / isLoading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92607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idle | loading | reloading | resolved | error | local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57600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error()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06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Signal holding the last failure for UI error states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657600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3840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reload()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06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Re-fetch with the same params without rewriting logic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37759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hasValue()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48639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Type guard + safe check before reading value()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937759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defaultValue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86399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Calibri"/>
              </a:rPr>
              <a:t>Optional fallback while loading / idle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Why chaining?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10698480" cy="2103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Calibri"/>
              </a:rPr>
              <a:t>Sequential APIs need the previous response before the next call can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Calibri"/>
              </a:rPr>
              <a:t>blog needs user.id   ·   category needs blog.postId
Chaining expresses that dependency declaratively — no nested subscribe, no manual state machine.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D0031"/>
                </a:solidFill>
                <a:latin typeface="Calibri"/>
              </a:rPr>
              <a:t>Without chain (avoid)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•  Read upstream.value() yourself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•  Downstream goes idle, not loading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•  Errors / loading not mirrored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3657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With chain (preferred)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•  params: ({ chain }) =&gt; chain(user)?.id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•  Propagates idle / loading / error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Calibri"/>
              </a:rPr>
              <a:t>•  Loader runs only when upstream is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How chain() propagates status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029200" cy="822960"/>
          </a:xfrm>
          <a:prstGeom prst="roundRect">
            <a:avLst>
              <a:gd name="adj" fmla="val 8000"/>
            </a:avLst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Upstream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417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Calibri"/>
              </a:rPr>
              <a:t>Downstream effect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502920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35040" y="214884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idle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Also idle — loader does not 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08960"/>
            <a:ext cx="502920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35040" y="310896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3375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loading / reloading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37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Enters loading — waits for upstream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69080"/>
            <a:ext cx="502920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0" y="406908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Enters error — dependency failure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029200"/>
            <a:ext cx="502920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035040" y="502920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257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resolved / 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5257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Calibri"/>
              </a:rPr>
              <a:t>chain() returns the value → params set → stream runs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What chain Actually Does (Under the Hood)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10698480" cy="10515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1887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  <a:latin typeface="Calibri"/>
              </a:rPr>
              <a:t>When you pass a parent resource into the chain() function, it automatically handles three complex tasks for you: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10698480" cy="1280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5059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1. Signals Dependency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  <a:latin typeface="Calibri"/>
              </a:rPr>
              <a:t>It reads the value of the parent resource inside a reactive context. If the parent's value changes later, the downstream resource automatically re-runs.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10698480" cy="1280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67911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2. State Mirroring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5195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  <a:latin typeface="Calibri"/>
              </a:rPr>
              <a:t>If the parent resource is currently loading or has an error, chain() intercepts the flow and instantly forces the downstream resource to mirror that exact same loading or error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12801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85231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3. Execution Guarding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66927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2E8F0"/>
                </a:solidFill>
                <a:latin typeface="Calibri"/>
              </a:rPr>
              <a:t>It pauses the downstream resource's loader. The downstream loader or stream will not execute until the parent resource successfully resolves with a valid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Our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51560"/>
            <a:ext cx="10698480" cy="512064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28016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14B8A6"/>
                </a:solidFill>
                <a:latin typeface="Consolas"/>
              </a:rPr>
              <a:t>user = </a:t>
            </a:r>
            <a:r>
              <a:rPr sz="1600" b="0" dirty="0" err="1">
                <a:solidFill>
                  <a:srgbClr val="14B8A6"/>
                </a:solidFill>
                <a:latin typeface="Consolas"/>
              </a:rPr>
              <a:t>rxResource</a:t>
            </a:r>
            <a:r>
              <a:rPr sz="1600" b="0" dirty="0">
                <a:solidFill>
                  <a:srgbClr val="14B8A6"/>
                </a:solidFill>
                <a:latin typeface="Consolas"/>
              </a:rPr>
              <a:t>({</a:t>
            </a:r>
          </a:p>
          <a:p>
            <a:r>
              <a:rPr sz="1600" b="0" dirty="0">
                <a:solidFill>
                  <a:srgbClr val="E2E8F0"/>
                </a:solidFill>
                <a:latin typeface="Consolas"/>
              </a:rPr>
              <a:t>  stream: () =&gt;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this.service.getUser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(),</a:t>
            </a:r>
          </a:p>
          <a:p>
            <a:r>
              <a:rPr sz="1600" b="0" dirty="0">
                <a:solidFill>
                  <a:srgbClr val="E2E8F0"/>
                </a:solidFill>
                <a:latin typeface="Consolas"/>
              </a:rPr>
              <a:t>});</a:t>
            </a:r>
          </a:p>
          <a:p>
            <a:endParaRPr sz="1600" b="0" dirty="0">
              <a:solidFill>
                <a:srgbClr val="E2E8F0"/>
              </a:solidFill>
              <a:latin typeface="Consolas"/>
            </a:endParaRPr>
          </a:p>
          <a:p>
            <a:r>
              <a:rPr sz="1600" b="0" dirty="0">
                <a:solidFill>
                  <a:srgbClr val="14B8A6"/>
                </a:solidFill>
                <a:latin typeface="Consolas"/>
              </a:rPr>
              <a:t>blog = </a:t>
            </a:r>
            <a:r>
              <a:rPr sz="1600" b="0" dirty="0" err="1">
                <a:solidFill>
                  <a:srgbClr val="14B8A6"/>
                </a:solidFill>
                <a:latin typeface="Consolas"/>
              </a:rPr>
              <a:t>rxResource</a:t>
            </a:r>
            <a:r>
              <a:rPr sz="1600" b="0" dirty="0">
                <a:solidFill>
                  <a:srgbClr val="14B8A6"/>
                </a:solidFill>
                <a:latin typeface="Consolas"/>
              </a:rPr>
              <a:t>({</a:t>
            </a:r>
          </a:p>
          <a:p>
            <a:r>
              <a:rPr sz="1600" b="0" dirty="0">
                <a:solidFill>
                  <a:srgbClr val="14B8A6"/>
                </a:solidFill>
                <a:latin typeface="Consolas"/>
              </a:rPr>
              <a:t>  params: ({ chain }) =&gt; chain(</a:t>
            </a:r>
            <a:r>
              <a:rPr sz="1600" b="0" dirty="0" err="1">
                <a:solidFill>
                  <a:srgbClr val="14B8A6"/>
                </a:solidFill>
                <a:latin typeface="Consolas"/>
              </a:rPr>
              <a:t>this.user</a:t>
            </a:r>
            <a:r>
              <a:rPr sz="1600" b="0" dirty="0">
                <a:solidFill>
                  <a:srgbClr val="14B8A6"/>
                </a:solidFill>
                <a:latin typeface="Consolas"/>
              </a:rPr>
              <a:t>)?.id,</a:t>
            </a:r>
          </a:p>
          <a:p>
            <a:r>
              <a:rPr sz="1600" b="0" dirty="0">
                <a:solidFill>
                  <a:srgbClr val="E2E8F0"/>
                </a:solidFill>
                <a:latin typeface="Consolas"/>
              </a:rPr>
              <a:t>  stream: ({ params: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userId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 }) =&gt;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this.service.getBlogById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(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userId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r>
              <a:rPr sz="1600" b="0" dirty="0">
                <a:solidFill>
                  <a:srgbClr val="E2E8F0"/>
                </a:solidFill>
                <a:latin typeface="Consolas"/>
              </a:rPr>
              <a:t>});</a:t>
            </a:r>
          </a:p>
          <a:p>
            <a:endParaRPr sz="1600" b="0" dirty="0">
              <a:solidFill>
                <a:srgbClr val="E2E8F0"/>
              </a:solidFill>
              <a:latin typeface="Consolas"/>
            </a:endParaRPr>
          </a:p>
          <a:p>
            <a:r>
              <a:rPr sz="1600" b="0" dirty="0">
                <a:solidFill>
                  <a:srgbClr val="14B8A6"/>
                </a:solidFill>
                <a:latin typeface="Consolas"/>
              </a:rPr>
              <a:t>category = </a:t>
            </a:r>
            <a:r>
              <a:rPr sz="1600" b="0" dirty="0" err="1">
                <a:solidFill>
                  <a:srgbClr val="14B8A6"/>
                </a:solidFill>
                <a:latin typeface="Consolas"/>
              </a:rPr>
              <a:t>rxResource</a:t>
            </a:r>
            <a:r>
              <a:rPr sz="1600" b="0" dirty="0">
                <a:solidFill>
                  <a:srgbClr val="14B8A6"/>
                </a:solidFill>
                <a:latin typeface="Consolas"/>
              </a:rPr>
              <a:t>({</a:t>
            </a:r>
          </a:p>
          <a:p>
            <a:r>
              <a:rPr sz="1600" b="0" dirty="0">
                <a:solidFill>
                  <a:srgbClr val="14B8A6"/>
                </a:solidFill>
                <a:latin typeface="Consolas"/>
              </a:rPr>
              <a:t>  params: ({ chain }) =&gt; chain(</a:t>
            </a:r>
            <a:r>
              <a:rPr sz="1600" b="0" dirty="0" err="1">
                <a:solidFill>
                  <a:srgbClr val="14B8A6"/>
                </a:solidFill>
                <a:latin typeface="Consolas"/>
              </a:rPr>
              <a:t>this.blog</a:t>
            </a:r>
            <a:r>
              <a:rPr sz="1600" b="0" dirty="0">
                <a:solidFill>
                  <a:srgbClr val="14B8A6"/>
                </a:solidFill>
                <a:latin typeface="Consolas"/>
              </a:rPr>
              <a:t>)?.</a:t>
            </a:r>
            <a:r>
              <a:rPr sz="1600" b="0" dirty="0" err="1">
                <a:solidFill>
                  <a:srgbClr val="14B8A6"/>
                </a:solidFill>
                <a:latin typeface="Consolas"/>
              </a:rPr>
              <a:t>postId</a:t>
            </a:r>
            <a:r>
              <a:rPr sz="1600" b="0" dirty="0">
                <a:solidFill>
                  <a:srgbClr val="14B8A6"/>
                </a:solidFill>
                <a:latin typeface="Consolas"/>
              </a:rPr>
              <a:t>,</a:t>
            </a:r>
          </a:p>
          <a:p>
            <a:r>
              <a:rPr sz="1600" b="0" dirty="0">
                <a:solidFill>
                  <a:srgbClr val="E2E8F0"/>
                </a:solidFill>
                <a:latin typeface="Consolas"/>
              </a:rPr>
              <a:t>  stream: ({ params: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postId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 }) =&gt; 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this.service.getCategoryByBlogId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(</a:t>
            </a:r>
            <a:r>
              <a:rPr sz="1600" b="0" dirty="0" err="1">
                <a:solidFill>
                  <a:srgbClr val="E2E8F0"/>
                </a:solidFill>
                <a:latin typeface="Consolas"/>
              </a:rPr>
              <a:t>postId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r>
              <a:rPr sz="1600" b="0" dirty="0">
                <a:solidFill>
                  <a:srgbClr val="E2E8F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What happens at runtime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B8A6"/>
                </a:solidFill>
                <a:latin typeface="Calibri"/>
              </a:rPr>
              <a:t>user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1732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  <a:latin typeface="Calibri"/>
              </a:rPr>
              <a:t>stream runs immediately → status: loading → resolved with 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B8A6"/>
                </a:solidFill>
                <a:latin typeface="Calibri"/>
              </a:rPr>
              <a:t>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6517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  <a:latin typeface="Calibri"/>
              </a:rPr>
              <a:t>chain(user) waits until user is resolved → then calls getBlogById(user.id)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118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B8A6"/>
                </a:solidFill>
                <a:latin typeface="Calibri"/>
              </a:rPr>
              <a:t>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8862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  <a:latin typeface="Calibri"/>
              </a:rPr>
              <a:t>chain(blog) waits until blog is resolved → then calls getCategoryByBlogId(postId)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0292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B8A6"/>
                </a:solidFill>
                <a:latin typeface="Calibri"/>
              </a:rPr>
              <a:t>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12064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2E8F0"/>
                </a:solidFill>
                <a:latin typeface="Calibri"/>
              </a:rPr>
              <a:t>Each resource exposes isLoading / value / error — template reacts automatically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Template binding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97280"/>
            <a:ext cx="10698480" cy="502920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241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E2E8F0"/>
                </a:solidFill>
                <a:latin typeface="Consolas"/>
              </a:rPr>
              <a:t>@if (user.isLoading()) {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  &lt;p&gt;Loading user...&lt;/p&gt;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} @else if (user.hasValue()) {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  &lt;pre&gt;{{ user.value() | json }}&lt;/pre&gt;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}</a:t>
            </a:r>
          </a:p>
          <a:p>
            <a:endParaRPr sz="1700" b="0">
              <a:solidFill>
                <a:srgbClr val="E2E8F0"/>
              </a:solidFill>
              <a:latin typeface="Consolas"/>
            </a:endParaRP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@if (blog.isLoading()) { ... }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@if (category.hasValue()) { ... }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@if (category.error(); as error) {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  &lt;p&gt;Error: {{ error.message }}&lt;/p&gt;</a:t>
            </a:r>
          </a:p>
          <a:p>
            <a:r>
              <a:rPr sz="1700" b="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Choosing the right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5303520" cy="777240"/>
          </a:xfrm>
          <a:prstGeom prst="roundRect">
            <a:avLst>
              <a:gd name="adj" fmla="val 8000"/>
            </a:avLst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09360" y="1143000"/>
            <a:ext cx="5120640" cy="777240"/>
          </a:xfrm>
          <a:prstGeom prst="roundRect">
            <a:avLst>
              <a:gd name="adj" fmla="val 8000"/>
            </a:avLst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34416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Calibri"/>
              </a:rPr>
              <a:t>Situation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3441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8FAFC"/>
                </a:solidFill>
                <a:latin typeface="Calibri"/>
              </a:rPr>
              <a:t>Use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53035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1206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21284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Service / API returns Observable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1284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rxResource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53035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09360" y="2880360"/>
            <a:ext cx="51206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815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Promise / fetch / async function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08152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resource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49039"/>
            <a:ext cx="53035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3749039"/>
            <a:ext cx="51206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950207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Direct HTTP URL via HttpClient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950207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httpResource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17720"/>
            <a:ext cx="53035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09360" y="4617720"/>
            <a:ext cx="51206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8188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One resource depends on another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81888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params + chain(...)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86400"/>
            <a:ext cx="53035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309360" y="5486400"/>
            <a:ext cx="51206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68756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Derive sync value from a resource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68756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8FAFC"/>
                </a:solidFill>
                <a:latin typeface="Calibri"/>
              </a:rPr>
              <a:t>computed (not chain)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0040"/>
            <a:ext cx="109728" cy="50292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0">
                <a:solidFill>
                  <a:srgbClr val="E2E8F0"/>
                </a:solidFill>
                <a:latin typeface="Calibri"/>
              </a:rPr>
              <a:t>•  We chose rxResource because DataService already exposes Observables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E2E8F0"/>
                </a:solidFill>
                <a:latin typeface="Calibri"/>
              </a:rPr>
              <a:t>•  resource is for Promises; httpResource is for declarative HTTP URLs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E2E8F0"/>
                </a:solidFill>
                <a:latin typeface="Calibri"/>
              </a:rPr>
              <a:t>•  Chaining models real-world dependent APIs without nested callbacks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E2E8F0"/>
                </a:solidFill>
                <a:latin typeface="Calibri"/>
              </a:rPr>
              <a:t>•  chain() correctly mirrors upstream loading and error states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E2E8F0"/>
                </a:solidFill>
                <a:latin typeface="Calibri"/>
              </a:rPr>
              <a:t>•  Pass chain(...)?.field directly as params — don’t wrap undefined in an object</a:t>
            </a:r>
          </a:p>
          <a:p>
            <a:pPr algn="l">
              <a:spcAft>
                <a:spcPts val="1600"/>
              </a:spcAft>
            </a:pPr>
            <a:r>
              <a:rPr sz="2200" b="0">
                <a:solidFill>
                  <a:srgbClr val="E2E8F0"/>
                </a:solidFill>
                <a:latin typeface="Calibri"/>
              </a:rPr>
              <a:t>•  Templates stay simple: isLoading(), hasValue(), value(), error()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8FA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Angular 22  ·  rxResource + chain()
Callback Hell module → /cbh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Docs: angular.dev/guide/signals/resource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91440" cy="411480"/>
          </a:xfrm>
          <a:prstGeom prst="rect">
            <a:avLst/>
          </a:prstGeom>
          <a:solidFill>
            <a:srgbClr val="DD0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WITHOUT chain vs WITH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822960"/>
            <a:ext cx="5623560" cy="576072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B7185"/>
                </a:solidFill>
                <a:latin typeface="Calibri"/>
              </a:rPr>
              <a:t>1. WITHOUT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No built-in wait for another resource. You write manual, defensive guards in params and stream.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// WITHOUT CHAIN: Messy, manual synchronization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userResource = rxResource({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params: () =&gt; ({ name: this.currentUsername() }),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stream: ({ params }) =&gt;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this.http.get&lt;User&gt;(`/api/users/${params.name}`)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ordersResource = rxResource({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params: () =&gt; 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    // 1. Manually read the value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const user = this.userResource.value();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    // 2. If user hasn't loaded, pause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FB7185"/>
                </a:solidFill>
                <a:latin typeface="Consolas"/>
              </a:rPr>
              <a:t>    if (!user) return null;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return { userId: user.id };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stream: ({ params }) =&gt; 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    // 3. Extra defensive check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FB7185"/>
                </a:solidFill>
                <a:latin typeface="Consolas"/>
              </a:rPr>
              <a:t>    if (!params) return EMPTY;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return this.http.get&lt;Order[]&gt;(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`/api/orders?userId=${params.userId}`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);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});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822960"/>
            <a:ext cx="5623560" cy="5760720"/>
          </a:xfrm>
          <a:prstGeom prst="roundRect">
            <a:avLst>
              <a:gd name="adj" fmla="val 8000"/>
            </a:avLst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9144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2. WITH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2344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Angular understands the relationship. Boilerplate and manual guard checks disappear.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// WITH CHAIN: Clean, declarative, unified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userResource = rxResource({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params: () =&gt; ({ name: this.currentUsername() }),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stream: ({ params }) =&gt;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this.http.get&lt;User&gt;(`/api/users/${params.name}`)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ordersResource = rxResource({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params: ({ chain }) =&gt; {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    // 1. Angular pauses + handles states</a:t>
            </a:r>
          </a:p>
          <a:p>
            <a:pPr>
              <a:spcAft>
                <a:spcPts val="0"/>
              </a:spcAft>
            </a:pPr>
            <a:r>
              <a:rPr sz="1000" b="1">
                <a:solidFill>
                  <a:srgbClr val="14B8A6"/>
                </a:solidFill>
                <a:latin typeface="Consolas"/>
              </a:rPr>
              <a:t>    const user = chain(this.userResource);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return { userId: user.id };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},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  // 2. No defensive checks needed;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onsolas"/>
              </a:rPr>
              <a:t>  //    params are ready when this runs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stream: ({ params }) =&gt;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this.http.get&lt;Order[]&gt;(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`/api/orders?userId=${params.userId}`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)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828</Words>
  <Application>Microsoft Office PowerPoint</Application>
  <PresentationFormat>Widescreen</PresentationFormat>
  <Paragraphs>129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PAWAN KUMAWAT</cp:lastModifiedBy>
  <cp:revision>2</cp:revision>
  <dcterms:created xsi:type="dcterms:W3CDTF">2013-01-27T09:14:16Z</dcterms:created>
  <dcterms:modified xsi:type="dcterms:W3CDTF">2026-07-11T11:25:13Z</dcterms:modified>
  <cp:category/>
</cp:coreProperties>
</file>