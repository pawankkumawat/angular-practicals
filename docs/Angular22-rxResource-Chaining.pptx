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2" r:id="rId5"/>
    <p:sldId id="265" r:id="rId6"/>
    <p:sldId id="264" r:id="rId7"/>
    <p:sldId id="271" r:id="rId8"/>
    <p:sldId id="272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Chained rxResource in Angular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Sequential dependent APIs without callback hell
getUser → getBlogById → getCategoryByBlogId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Angular Practicals  |  Callback Hell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API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11680" y="2286000"/>
            <a:ext cx="914400" cy="91440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getUser()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Load current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1168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69280" y="228600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getBlogById(id)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Needs user.id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26880" y="228600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74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Calibri"/>
              </a:rPr>
              <a:t>getCategoryByBlogId(postId)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Calibri"/>
              </a:rPr>
              <a:t>Needs blog.postId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resource vs rxResource — What to use?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21208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from @angular/core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663440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loader returns a Promise</a:t>
            </a:r>
          </a:p>
          <a:p>
            <a:pPr algn="l">
              <a:spcAft>
                <a:spcPts val="10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Best for fetch(), async/await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5212080" cy="5029200"/>
          </a:xfrm>
          <a:prstGeom prst="roundRect">
            <a:avLst>
              <a:gd name="adj" fmla="val 8000"/>
            </a:avLst>
          </a:prstGeom>
          <a:solidFill>
            <a:srgbClr val="13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B8A6"/>
                </a:solidFill>
                <a:latin typeface="Calibri"/>
              </a:rPr>
              <a:t>rxResource  ✓ our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from @angular/core/rxjs-interop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66344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stream returns an Observable</a:t>
            </a:r>
          </a:p>
          <a:p>
            <a:pPr algn="l">
              <a:spcAft>
                <a:spcPts val="10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Best when APIs already return Observables</a:t>
            </a:r>
          </a:p>
          <a:p>
            <a:pPr algn="l">
              <a:spcAft>
                <a:spcPts val="1000"/>
              </a:spcAft>
            </a:pPr>
            <a:r>
              <a:rPr sz="1700" b="0" dirty="0">
                <a:solidFill>
                  <a:srgbClr val="E2E8F0"/>
                </a:solidFill>
                <a:latin typeface="Calibri"/>
              </a:rPr>
              <a:t>•  Fits </a:t>
            </a:r>
            <a:r>
              <a:rPr sz="1700" b="0" dirty="0" err="1">
                <a:solidFill>
                  <a:srgbClr val="E2E8F0"/>
                </a:solidFill>
                <a:latin typeface="Calibri"/>
              </a:rPr>
              <a:t>HttpClient</a:t>
            </a:r>
            <a:r>
              <a:rPr sz="1700" b="0" dirty="0">
                <a:solidFill>
                  <a:srgbClr val="E2E8F0"/>
                </a:solidFill>
                <a:latin typeface="Calibri"/>
              </a:rPr>
              <a:t> &amp; existing </a:t>
            </a:r>
            <a:r>
              <a:rPr sz="1700" b="0" dirty="0" err="1">
                <a:solidFill>
                  <a:srgbClr val="E2E8F0"/>
                </a:solidFill>
                <a:latin typeface="Calibri"/>
              </a:rPr>
              <a:t>DataService</a:t>
            </a:r>
            <a:endParaRPr sz="1700" b="0" dirty="0">
              <a:solidFill>
                <a:srgbClr val="E2E8F0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endParaRPr sz="1700" b="0" dirty="0">
              <a:solidFill>
                <a:srgbClr val="E2E8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Features of rxResource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1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Loader that returns Observable — emits value(s) into the resource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64591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Reactive inputs; when params change, stream re-runs automatically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39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560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value()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260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Signal with the latest resolved data (synchronous read in templates)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39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560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status / isLoading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260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idle | loading | reloading | resolved | error | local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error()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Signal holding the last failure for UI error states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reload()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Re-fetch with the same params without rewriting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59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hasValue()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8639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Type guard + safe check before reading value()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37759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defaultValue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48639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Optional fallback while loading / idle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Our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698480" cy="51206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14B8A6"/>
                </a:solidFill>
                <a:latin typeface="Consolas"/>
              </a:rPr>
              <a:t>user = </a:t>
            </a:r>
            <a:r>
              <a:rPr sz="1600" b="0" dirty="0" err="1">
                <a:solidFill>
                  <a:srgbClr val="14B8A6"/>
                </a:solidFill>
                <a:latin typeface="Consolas"/>
              </a:rPr>
              <a:t>rxResource</a:t>
            </a:r>
            <a:r>
              <a:rPr sz="1600" b="0" dirty="0">
                <a:solidFill>
                  <a:srgbClr val="14B8A6"/>
                </a:solidFill>
                <a:latin typeface="Consolas"/>
              </a:rPr>
              <a:t>({</a:t>
            </a:r>
          </a:p>
          <a:p>
            <a:r>
              <a:rPr sz="1600" b="0" dirty="0">
                <a:solidFill>
                  <a:srgbClr val="E2E8F0"/>
                </a:solidFill>
                <a:latin typeface="Consolas"/>
              </a:rPr>
              <a:t>  stream: () =&gt;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this.service.getUser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(),</a:t>
            </a:r>
          </a:p>
          <a:p>
            <a:r>
              <a:rPr sz="1600" b="0" dirty="0">
                <a:solidFill>
                  <a:srgbClr val="E2E8F0"/>
                </a:solidFill>
                <a:latin typeface="Consolas"/>
              </a:rPr>
              <a:t>});</a:t>
            </a:r>
          </a:p>
          <a:p>
            <a:endParaRPr sz="1600" b="0" dirty="0">
              <a:solidFill>
                <a:srgbClr val="E2E8F0"/>
              </a:solidFill>
              <a:latin typeface="Consolas"/>
            </a:endParaRPr>
          </a:p>
          <a:p>
            <a:r>
              <a:rPr sz="1600" b="0" dirty="0">
                <a:solidFill>
                  <a:srgbClr val="14B8A6"/>
                </a:solidFill>
                <a:latin typeface="Consolas"/>
              </a:rPr>
              <a:t>blog = </a:t>
            </a:r>
            <a:r>
              <a:rPr sz="1600" b="0" dirty="0" err="1">
                <a:solidFill>
                  <a:srgbClr val="14B8A6"/>
                </a:solidFill>
                <a:latin typeface="Consolas"/>
              </a:rPr>
              <a:t>rxResource</a:t>
            </a:r>
            <a:r>
              <a:rPr sz="1600" b="0" dirty="0">
                <a:solidFill>
                  <a:srgbClr val="14B8A6"/>
                </a:solidFill>
                <a:latin typeface="Consolas"/>
              </a:rPr>
              <a:t>({</a:t>
            </a:r>
          </a:p>
          <a:p>
            <a:r>
              <a:rPr sz="1600" b="0" dirty="0">
                <a:solidFill>
                  <a:srgbClr val="14B8A6"/>
                </a:solidFill>
                <a:latin typeface="Consolas"/>
              </a:rPr>
              <a:t>  params: ({ chain }) =&gt; chain(</a:t>
            </a:r>
            <a:r>
              <a:rPr sz="1600" b="0" dirty="0" err="1">
                <a:solidFill>
                  <a:srgbClr val="14B8A6"/>
                </a:solidFill>
                <a:latin typeface="Consolas"/>
              </a:rPr>
              <a:t>this.user</a:t>
            </a:r>
            <a:r>
              <a:rPr sz="1600" b="0" dirty="0">
                <a:solidFill>
                  <a:srgbClr val="14B8A6"/>
                </a:solidFill>
                <a:latin typeface="Consolas"/>
              </a:rPr>
              <a:t>)?.id,</a:t>
            </a:r>
          </a:p>
          <a:p>
            <a:r>
              <a:rPr sz="1600" b="0" dirty="0">
                <a:solidFill>
                  <a:srgbClr val="E2E8F0"/>
                </a:solidFill>
                <a:latin typeface="Consolas"/>
              </a:rPr>
              <a:t>  stream: ({ params: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userId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 }) =&gt;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this.service.getBlogById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userId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),</a:t>
            </a:r>
          </a:p>
          <a:p>
            <a:r>
              <a:rPr sz="1600" b="0" dirty="0">
                <a:solidFill>
                  <a:srgbClr val="E2E8F0"/>
                </a:solidFill>
                <a:latin typeface="Consolas"/>
              </a:rPr>
              <a:t>});</a:t>
            </a:r>
          </a:p>
          <a:p>
            <a:endParaRPr sz="1600" b="0" dirty="0">
              <a:solidFill>
                <a:srgbClr val="E2E8F0"/>
              </a:solidFill>
              <a:latin typeface="Consolas"/>
            </a:endParaRPr>
          </a:p>
          <a:p>
            <a:r>
              <a:rPr sz="1600" b="0" dirty="0">
                <a:solidFill>
                  <a:srgbClr val="14B8A6"/>
                </a:solidFill>
                <a:latin typeface="Consolas"/>
              </a:rPr>
              <a:t>category = </a:t>
            </a:r>
            <a:r>
              <a:rPr sz="1600" b="0" dirty="0" err="1">
                <a:solidFill>
                  <a:srgbClr val="14B8A6"/>
                </a:solidFill>
                <a:latin typeface="Consolas"/>
              </a:rPr>
              <a:t>rxResource</a:t>
            </a:r>
            <a:r>
              <a:rPr sz="1600" b="0" dirty="0">
                <a:solidFill>
                  <a:srgbClr val="14B8A6"/>
                </a:solidFill>
                <a:latin typeface="Consolas"/>
              </a:rPr>
              <a:t>({</a:t>
            </a:r>
          </a:p>
          <a:p>
            <a:r>
              <a:rPr sz="1600" b="0" dirty="0">
                <a:solidFill>
                  <a:srgbClr val="14B8A6"/>
                </a:solidFill>
                <a:latin typeface="Consolas"/>
              </a:rPr>
              <a:t>  params: ({ chain }) =&gt; chain(</a:t>
            </a:r>
            <a:r>
              <a:rPr sz="1600" b="0" dirty="0" err="1">
                <a:solidFill>
                  <a:srgbClr val="14B8A6"/>
                </a:solidFill>
                <a:latin typeface="Consolas"/>
              </a:rPr>
              <a:t>this.blog</a:t>
            </a:r>
            <a:r>
              <a:rPr sz="1600" b="0" dirty="0">
                <a:solidFill>
                  <a:srgbClr val="14B8A6"/>
                </a:solidFill>
                <a:latin typeface="Consolas"/>
              </a:rPr>
              <a:t>)?.</a:t>
            </a:r>
            <a:r>
              <a:rPr sz="1600" b="0" dirty="0" err="1">
                <a:solidFill>
                  <a:srgbClr val="14B8A6"/>
                </a:solidFill>
                <a:latin typeface="Consolas"/>
              </a:rPr>
              <a:t>postId</a:t>
            </a:r>
            <a:r>
              <a:rPr sz="1600" b="0" dirty="0">
                <a:solidFill>
                  <a:srgbClr val="14B8A6"/>
                </a:solidFill>
                <a:latin typeface="Consolas"/>
              </a:rPr>
              <a:t>,</a:t>
            </a:r>
          </a:p>
          <a:p>
            <a:r>
              <a:rPr sz="1600" b="0" dirty="0">
                <a:solidFill>
                  <a:srgbClr val="E2E8F0"/>
                </a:solidFill>
                <a:latin typeface="Consolas"/>
              </a:rPr>
              <a:t>  stream: ({ params: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postId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 }) =&gt; 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this.service.getCategoryByBlogId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(</a:t>
            </a:r>
            <a:r>
              <a:rPr sz="1600" b="0" dirty="0" err="1">
                <a:solidFill>
                  <a:srgbClr val="E2E8F0"/>
                </a:solidFill>
                <a:latin typeface="Consolas"/>
              </a:rPr>
              <a:t>postId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),</a:t>
            </a:r>
          </a:p>
          <a:p>
            <a:r>
              <a:rPr sz="1600" b="0" dirty="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How chain() propagates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Upstream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Downstream effect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214884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idle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Also idle — loader does not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35040" y="310896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loading / reloading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Enters loading — waits for upstream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35040" y="406908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Enters error — dependency failure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502920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35040" y="502920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resolved /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57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Calibri"/>
              </a:rPr>
              <a:t>chain() returns the value → params set → stream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What chain Actually Does (Under the Hood)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libri"/>
              </a:rPr>
              <a:t>When you pass a parent resource into the chain() function, it automatically handles three complex tasks for you: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69848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1. Signals Dependency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It reads the value of the parent resource inside a reactive context. If the parent's value changes later, the downstream resource automatically re-runs.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1069848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867911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2. State Mirroring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59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E2E8F0"/>
                </a:solidFill>
                <a:latin typeface="Calibri"/>
              </a:rPr>
              <a:t>If the parent resource is currently loading or has an error, chain() intercepts the flow and instantly forces the downstream resource to mirror that exact same loading or error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12801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285231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3. Execution Guarding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69279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It pauses the downstream resource's loader. The downstream loader or stream will not execute until the parent resource successfully resolves with a valid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91440" cy="41148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Calibri"/>
              </a:rPr>
              <a:t>WITHOUT chain vs WITH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22960"/>
            <a:ext cx="5623560" cy="576072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B7185"/>
                </a:solidFill>
                <a:latin typeface="Calibri"/>
              </a:rPr>
              <a:t>1. WITHOUT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No built-in wait for another resource. You write manual, defensive guards in params and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// WITHOUT CHAIN: Messy, manual synchronization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userResource = rxResource({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params: () =&gt; ({ name: this.currentUsername() }),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stream: ({ params }) =&gt;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this.http.get&lt;User&gt;(`/api/users/${params.name}`)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ordersResource = rxResource({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params: () =&gt; 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    // 1. Manually read the value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const user = this.userResource.value();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    // 2. If user hasn't loaded, pause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FB7185"/>
                </a:solidFill>
                <a:latin typeface="Consolas"/>
              </a:rPr>
              <a:t>    if (!user) return null;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return { userId: user.id };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},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stream: ({ params }) =&gt; 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    // 3. Extra defensive check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FB7185"/>
                </a:solidFill>
                <a:latin typeface="Consolas"/>
              </a:rPr>
              <a:t>    if (!params) return EMPTY;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return this.http.get&lt;Order[]&gt;(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`/api/orders?userId=${params.userId}`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822960"/>
            <a:ext cx="5623560" cy="576072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914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Calibri"/>
              </a:rPr>
              <a:t>2. WITH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Angular understands the relationship. Boilerplate and manual guard checks disappear.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// WITH CHAIN: Clean, declarative, unified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userResource = rxResource({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params: () =&gt; ({ name: this.currentUsername() }),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stream: ({ params }) =&gt;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this.http.get&lt;User&gt;(`/api/users/${params.name}`)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ordersResource = rxResource({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params: ({ chain }) =&gt; {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    // 1. Angular pauses + handles states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14B8A6"/>
                </a:solidFill>
                <a:latin typeface="Consolas"/>
              </a:rPr>
              <a:t>    const user = chain(this.userResource);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return { userId: user.id };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},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  // 2. No defensive checks needed;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Consolas"/>
              </a:rPr>
              <a:t>  //    params are ready when this runs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stream: ({ params }) =&gt;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this.http.get&lt;Order[]&gt;(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  `/api/orders?userId=${params.userId}`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    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What happens at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17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libri"/>
              </a:rPr>
              <a:t>stream runs immediately → status: loading → resolved with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blog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libri"/>
              </a:rPr>
              <a:t>chain(user) waits until user is resolved → then calls getBlogById(user.id)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886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libri"/>
              </a:rPr>
              <a:t>chain(blog) waits until blog is resolved → then calls getCategoryByBlogId(postId)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B8A6"/>
                </a:solidFill>
                <a:latin typeface="Calibri"/>
              </a:rP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120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libri"/>
              </a:rPr>
              <a:t>Each resource exposes isLoading / value / error — template reacts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Template binding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0292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E2E8F0"/>
                </a:solidFill>
                <a:latin typeface="Consolas"/>
              </a:rPr>
              <a:t>@if (user.isLoading()) {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  &lt;p&gt;Loading user...&lt;/p&gt;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} @else if (user.hasValue()) {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  &lt;pre&gt;{{ user.value() | json }}&lt;/pre&gt;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}</a:t>
            </a:r>
          </a:p>
          <a:p>
            <a:endParaRPr sz="1700" b="0">
              <a:solidFill>
                <a:srgbClr val="E2E8F0"/>
              </a:solidFill>
              <a:latin typeface="Consolas"/>
            </a:endParaRP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@if (blog.isLoading()) { ... }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@if (category.hasValue()) { ... }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@if (category.error(); as error) {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  &lt;p&gt;Error: {{ error.message }}&lt;/p&gt;</a:t>
            </a:r>
          </a:p>
          <a:p>
            <a:r>
              <a:rPr sz="1700" b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Choosing the right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114300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441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Calibri"/>
              </a:rP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3441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Calibri"/>
              </a:rPr>
              <a:t>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1284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Service / API returns Observable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128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rxResource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288036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081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Promise / fetch / async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815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resource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95020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Direct HTTP URL via HttpClient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950207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httpResource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09360" y="461772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8188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One resource depends on another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188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params + chain(...)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530352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09360" y="5486400"/>
            <a:ext cx="5120640" cy="7772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6875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Derive sync value from a resource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6875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alibri"/>
              </a:rPr>
              <a:t>computed (not chain)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•  We chose rxResource because DataService already exposes Observables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•  resource is for Promises; httpResource is for declarative HTTP URLs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•  Chaining models real-world dependent APIs without nested callbacks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•  chain() correctly mirrors upstream loading and error states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•  Pass chain(...)?.field directly as params — don’t wrap undefined in an object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2E8F0"/>
                </a:solidFill>
                <a:latin typeface="Calibri"/>
              </a:rPr>
              <a:t>•  Templates stay simple: isLoading(), hasValue(), value(), error()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Angular 22  ·  rxResource + chain()
Callback Hell module → /cbh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Docs: angular.dev/guide/signals/resource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1108</Words>
  <Application>Microsoft Office PowerPoint</Application>
  <PresentationFormat>Widescreen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PAWAN KUMAWAT</cp:lastModifiedBy>
  <cp:revision>3</cp:revision>
  <dcterms:created xsi:type="dcterms:W3CDTF">2013-01-27T09:14:16Z</dcterms:created>
  <dcterms:modified xsi:type="dcterms:W3CDTF">2026-07-12T12:19:38Z</dcterms:modified>
  <cp:category/>
</cp:coreProperties>
</file>