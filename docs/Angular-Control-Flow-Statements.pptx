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8FAFC"/>
                </a:solidFill>
                <a:latin typeface="Calibri"/>
              </a:rPr>
              <a:t>Angular</a:t>
            </a:r>
            <a:r>
              <a:rPr lang="en-IN" sz="4000" b="1" dirty="0">
                <a:solidFill>
                  <a:srgbClr val="F8FAFC"/>
                </a:solidFill>
                <a:latin typeface="Calibri"/>
              </a:rPr>
              <a:t> 17-</a:t>
            </a:r>
            <a:r>
              <a:rPr sz="4000" b="1" dirty="0">
                <a:solidFill>
                  <a:srgbClr val="F8FAFC"/>
                </a:solidFill>
                <a:latin typeface="Calibri"/>
              </a:rPr>
              <a:t> Control Flow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94A3B8"/>
                </a:solidFill>
                <a:latin typeface="Calibri"/>
              </a:rPr>
              <a:t>@if  ·  @for  ·  @switch
Built-in template syntax that replaces *</a:t>
            </a:r>
            <a:r>
              <a:rPr sz="2200" b="0" dirty="0" err="1">
                <a:solidFill>
                  <a:srgbClr val="94A3B8"/>
                </a:solidFill>
                <a:latin typeface="Calibri"/>
              </a:rPr>
              <a:t>ngIf</a:t>
            </a:r>
            <a:r>
              <a:rPr sz="2200" b="0" dirty="0">
                <a:solidFill>
                  <a:srgbClr val="94A3B8"/>
                </a:solidFill>
                <a:latin typeface="Calibri"/>
              </a:rPr>
              <a:t>, *</a:t>
            </a:r>
            <a:r>
              <a:rPr sz="2200" b="0" dirty="0" err="1">
                <a:solidFill>
                  <a:srgbClr val="94A3B8"/>
                </a:solidFill>
                <a:latin typeface="Calibri"/>
              </a:rPr>
              <a:t>ngFor</a:t>
            </a:r>
            <a:r>
              <a:rPr sz="2200" b="0" dirty="0">
                <a:solidFill>
                  <a:srgbClr val="94A3B8"/>
                </a:solidFill>
                <a:latin typeface="Calibri"/>
              </a:rPr>
              <a:t>, and ng-container workarounds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Angular Practicals  |  Ng Container module → /ngc/example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When was control flow introduced?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21208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B8A6"/>
                </a:solidFill>
                <a:latin typeface="Calibri"/>
              </a:rPr>
              <a:t>Angular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November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•  Shipped as a developer preview in Angular 17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•  New built-in blocks: @if, @for, @switch, @defer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•  No CommonModule import needed for these blocks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•  Became the recommended template syntax going forward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21208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Calibri"/>
              </a:rPr>
              <a:t>What you 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dirty="0">
                <a:solidFill>
                  <a:srgbClr val="E2E8F0"/>
                </a:solidFill>
                <a:latin typeface="Calibri"/>
              </a:rPr>
              <a:t>•  @if / @else if / @else — conditional rendering</a:t>
            </a:r>
          </a:p>
          <a:p>
            <a:pPr algn="l">
              <a:spcAft>
                <a:spcPts val="1200"/>
              </a:spcAft>
            </a:pPr>
            <a:r>
              <a:rPr sz="1700" b="0" dirty="0">
                <a:solidFill>
                  <a:srgbClr val="E2E8F0"/>
                </a:solidFill>
                <a:latin typeface="Calibri"/>
              </a:rPr>
              <a:t>•  @for (item of items; track item.id) — loops with mandatory track</a:t>
            </a:r>
          </a:p>
          <a:p>
            <a:pPr algn="l">
              <a:spcAft>
                <a:spcPts val="1200"/>
              </a:spcAft>
            </a:pPr>
            <a:r>
              <a:rPr sz="1700" b="0" dirty="0">
                <a:solidFill>
                  <a:srgbClr val="E2E8F0"/>
                </a:solidFill>
                <a:latin typeface="Calibri"/>
              </a:rPr>
              <a:t>•  @switch / @case / @default — multi-branch UI</a:t>
            </a:r>
          </a:p>
          <a:p>
            <a:pPr algn="l">
              <a:spcAft>
                <a:spcPts val="1200"/>
              </a:spcAft>
            </a:pPr>
            <a:r>
              <a:rPr sz="1700" b="0" dirty="0">
                <a:solidFill>
                  <a:srgbClr val="E2E8F0"/>
                </a:solidFill>
                <a:latin typeface="Calibri"/>
              </a:rPr>
              <a:t>•  Clearer templates, better type narrowing, fewer </a:t>
            </a:r>
            <a:r>
              <a:rPr sz="1700" b="0" dirty="0" err="1">
                <a:solidFill>
                  <a:srgbClr val="E2E8F0"/>
                </a:solidFill>
                <a:latin typeface="Calibri"/>
              </a:rPr>
              <a:t>microsyntax</a:t>
            </a:r>
            <a:r>
              <a:rPr sz="1700" b="0" dirty="0">
                <a:solidFill>
                  <a:srgbClr val="E2E8F0"/>
                </a:solidFill>
                <a:latin typeface="Calibri"/>
              </a:rPr>
              <a:t> surprises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How control flow fixes the ng-container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From ng-container-example.component.html — filter rows where number &lt; 400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D0031"/>
                </a:solidFill>
                <a:latin typeface="Calibri"/>
              </a:rPr>
              <a:t>Before — *ngFor + ng-container *ngIf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B8A6"/>
                </a:solidFill>
                <a:latin typeface="Consolas"/>
              </a:rPr>
              <a:t>&lt;tr *ngFor="let item of data"&gt;</a:t>
            </a:r>
          </a:p>
          <a:p>
            <a:r>
              <a:rPr sz="1300" b="0">
                <a:solidFill>
                  <a:srgbClr val="14B8A6"/>
                </a:solidFill>
                <a:latin typeface="Consolas"/>
              </a:rPr>
              <a:t>  &lt;ng-container *ngIf="item.number&lt;400"&gt;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    &lt;td&gt;{{item.name}}&lt;/td&gt;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    &lt;td&gt;{{item.number}}&lt;/td&gt;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    &lt;td&gt;{{item.value}}&lt;/td&gt;</a:t>
            </a:r>
          </a:p>
          <a:p>
            <a:r>
              <a:rPr sz="1300" b="0">
                <a:solidFill>
                  <a:srgbClr val="14B8A6"/>
                </a:solidFill>
                <a:latin typeface="Consolas"/>
              </a:rPr>
              <a:t>  &lt;/ng-container&gt;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&lt;/tr&gt;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805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Can't put *ngFor and *ngIf on the same &lt;tr&gt;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ng-container is a workaround with no DOM element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Still leaves an empty &lt;tr&gt; when the condition fails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After — @for + @if (no ng-container)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846320" cy="2286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2240280"/>
            <a:ext cx="44805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B8A6"/>
                </a:solidFill>
                <a:latin typeface="Consolas"/>
              </a:rPr>
              <a:t>@for (item of data; track item) {</a:t>
            </a:r>
          </a:p>
          <a:p>
            <a:r>
              <a:rPr sz="1300" b="0">
                <a:solidFill>
                  <a:srgbClr val="14B8A6"/>
                </a:solidFill>
                <a:latin typeface="Consolas"/>
              </a:rPr>
              <a:t>  @if (item.number &lt; 400) {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    &lt;tr&gt;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      &lt;td&gt;{{item.name}}&lt;/td&gt;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      &lt;td&gt;{{item.number}}&lt;/td&gt;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      &lt;td&gt;{{item.value}}&lt;/td&gt;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    &lt;/tr&gt;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  }</a:t>
            </a:r>
          </a:p>
          <a:p>
            <a:r>
              <a:rPr sz="1300" b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Nest @if inside @for freely — no microsyntax clash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No ng-container needed as a grouping host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&lt;tr&gt; is created only when the condition is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375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PAWAN KUMAWAT</cp:lastModifiedBy>
  <cp:revision>2</cp:revision>
  <dcterms:created xsi:type="dcterms:W3CDTF">2013-01-27T09:14:16Z</dcterms:created>
  <dcterms:modified xsi:type="dcterms:W3CDTF">2026-07-12T14:54:25Z</dcterms:modified>
  <cp:category/>
</cp:coreProperties>
</file>